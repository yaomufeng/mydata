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3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06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49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63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06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53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1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4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58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68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200FC-5165-4AB5-BC8C-65B4F03BAABD}" type="datetimeFigureOut">
              <a:rPr lang="zh-CN" altLang="en-US" smtClean="0"/>
              <a:t>2018/8/26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9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4585" y="223594"/>
            <a:ext cx="9144000" cy="2387600"/>
          </a:xfrm>
        </p:spPr>
        <p:txBody>
          <a:bodyPr/>
          <a:lstStyle/>
          <a:p>
            <a:r>
              <a:rPr lang="en-US" altLang="zh-CN" dirty="0" smtClean="0"/>
              <a:t>YOLO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 smtClean="0"/>
              <a:t>You Only Look Once</a:t>
            </a:r>
          </a:p>
          <a:p>
            <a:r>
              <a:rPr lang="en-US" altLang="zh-CN" sz="4400" dirty="0" err="1" smtClean="0"/>
              <a:t>Unified,Real</a:t>
            </a:r>
            <a:r>
              <a:rPr lang="en-US" altLang="zh-CN" sz="4400" dirty="0" smtClean="0"/>
              <a:t>-Time Detector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549724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You Only Live Once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你只活一</a:t>
            </a:r>
            <a:r>
              <a:rPr lang="zh-CN" altLang="en-US" dirty="0" smtClean="0"/>
              <a:t>次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>
                <a:sym typeface="Wingdings" panose="05000000000000000000" pitchFamily="2" charset="2"/>
              </a:rPr>
              <a:t>人生苦短，及时行乐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你</a:t>
            </a:r>
            <a:r>
              <a:rPr lang="zh-CN" altLang="en-US" dirty="0" smtClean="0">
                <a:sym typeface="Wingdings" panose="05000000000000000000" pitchFamily="2" charset="2"/>
              </a:rPr>
              <a:t>只看一次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>
                <a:sym typeface="Wingdings" panose="05000000000000000000" pitchFamily="2" charset="2"/>
              </a:rPr>
              <a:t>统一地，实时地检测器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 smtClean="0">
                <a:sym typeface="Wingdings" panose="05000000000000000000" pitchFamily="2" charset="2"/>
              </a:rPr>
              <a:t>实时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>
                <a:sym typeface="Wingdings" panose="05000000000000000000" pitchFamily="2" charset="2"/>
              </a:rPr>
              <a:t>速度快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dirty="0" smtClean="0">
              <a:sym typeface="Wingdings" panose="05000000000000000000" pitchFamily="2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249" y="1825625"/>
            <a:ext cx="3638550" cy="1476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249" y="3436937"/>
            <a:ext cx="290512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0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 smtClean="0"/>
              <a:t>R-</a:t>
            </a:r>
            <a:r>
              <a:rPr lang="en-US" altLang="zh-CN" dirty="0" err="1" smtClean="0"/>
              <a:t>CNN,Fast</a:t>
            </a:r>
            <a:r>
              <a:rPr lang="en-US" altLang="zh-CN" dirty="0" smtClean="0"/>
              <a:t> R-</a:t>
            </a:r>
            <a:r>
              <a:rPr lang="en-US" altLang="zh-CN" dirty="0" err="1" smtClean="0"/>
              <a:t>CNN,Faster</a:t>
            </a:r>
            <a:r>
              <a:rPr lang="en-US" altLang="zh-CN" dirty="0" smtClean="0"/>
              <a:t> R-CNN</a:t>
            </a:r>
            <a:r>
              <a:rPr lang="zh-CN" altLang="en-US" dirty="0" smtClean="0"/>
              <a:t>系列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Region proposal </a:t>
            </a:r>
            <a:r>
              <a:rPr lang="en-US" altLang="zh-CN" dirty="0" smtClean="0">
                <a:sym typeface="Wingdings" panose="05000000000000000000" pitchFamily="2" charset="2"/>
              </a:rPr>
              <a:t> classification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Look twice? Not unified ?</a:t>
            </a:r>
          </a:p>
        </p:txBody>
      </p:sp>
      <p:sp>
        <p:nvSpPr>
          <p:cNvPr id="6" name="矩形 5"/>
          <p:cNvSpPr/>
          <p:nvPr/>
        </p:nvSpPr>
        <p:spPr>
          <a:xfrm>
            <a:off x="1223107" y="3868614"/>
            <a:ext cx="4052278" cy="2672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750646" y="4181231"/>
            <a:ext cx="961292" cy="617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21723" y="4540738"/>
            <a:ext cx="719015" cy="1234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30400" y="5244123"/>
            <a:ext cx="1166445" cy="932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50707" y="3868614"/>
            <a:ext cx="4052278" cy="2672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678246" y="4181231"/>
            <a:ext cx="961292" cy="6174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749323" y="4540738"/>
            <a:ext cx="719015" cy="12348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858000" y="5244123"/>
            <a:ext cx="1166445" cy="932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5416060" y="5111263"/>
            <a:ext cx="584203" cy="36732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58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47476" y="1494188"/>
            <a:ext cx="3629839" cy="3635829"/>
            <a:chOff x="1153926" y="1081972"/>
            <a:chExt cx="3629839" cy="36358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26" y="1081972"/>
              <a:ext cx="3629839" cy="3635829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3722255" y="2641599"/>
              <a:ext cx="517236" cy="508001"/>
            </a:xfrm>
            <a:prstGeom prst="rect">
              <a:avLst/>
            </a:prstGeom>
            <a:solidFill>
              <a:schemeClr val="accent6">
                <a:lumMod val="75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448050" y="2533650"/>
              <a:ext cx="628650" cy="1016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444" y="1494188"/>
            <a:ext cx="7489787" cy="34683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791075" y="5130017"/>
            <a:ext cx="5695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7×7×[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1+1+1+1+1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×2+20]</a:t>
            </a:r>
          </a:p>
          <a:p>
            <a:r>
              <a:rPr lang="en-US" altLang="zh-CN" dirty="0" smtClean="0"/>
              <a:t>7×7×[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width+height+x+y+confidence</a:t>
            </a:r>
            <a:r>
              <a:rPr lang="zh-CN" altLang="en-US" dirty="0" smtClean="0"/>
              <a:t>）</a:t>
            </a:r>
            <a:r>
              <a:rPr lang="en-US" altLang="zh-CN" dirty="0" smtClean="0"/>
              <a:t>×2+20]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85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9625" y="355600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Comparison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1457047"/>
            <a:ext cx="9012480" cy="4351338"/>
          </a:xfrm>
        </p:spPr>
      </p:pic>
      <p:sp>
        <p:nvSpPr>
          <p:cNvPr id="5" name="文本框 4"/>
          <p:cNvSpPr txBox="1"/>
          <p:nvPr/>
        </p:nvSpPr>
        <p:spPr>
          <a:xfrm>
            <a:off x="904875" y="6210300"/>
            <a:ext cx="612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https://</a:t>
            </a:r>
            <a:r>
              <a:rPr lang="en-US" altLang="zh-CN" dirty="0" err="1" smtClean="0"/>
              <a:t>cloud.tencent.com</a:t>
            </a:r>
            <a:r>
              <a:rPr lang="en-US" altLang="zh-CN" dirty="0" smtClean="0"/>
              <a:t>/developer/article/1052865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51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30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689225"/>
            <a:ext cx="2628900" cy="1325563"/>
          </a:xfrm>
        </p:spPr>
        <p:txBody>
          <a:bodyPr/>
          <a:lstStyle/>
          <a:p>
            <a:r>
              <a:rPr lang="en-US" altLang="zh-CN" dirty="0" smtClean="0"/>
              <a:t>Thanks!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49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74</Words>
  <Application>Microsoft Office PowerPoint</Application>
  <PresentationFormat>宽屏</PresentationFormat>
  <Paragraphs>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Wingdings</vt:lpstr>
      <vt:lpstr>Office 主题​​</vt:lpstr>
      <vt:lpstr>YOLO</vt:lpstr>
      <vt:lpstr>You Only Live Once</vt:lpstr>
      <vt:lpstr>Look twice? Not unified ?</vt:lpstr>
      <vt:lpstr>PowerPoint 演示文稿</vt:lpstr>
      <vt:lpstr>Comparison</vt:lpstr>
      <vt:lpstr>PowerPoint 演示文稿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</dc:title>
  <dc:creator>Windows 用户</dc:creator>
  <cp:lastModifiedBy>Windows 用户</cp:lastModifiedBy>
  <cp:revision>17</cp:revision>
  <dcterms:created xsi:type="dcterms:W3CDTF">2018-08-26T04:41:41Z</dcterms:created>
  <dcterms:modified xsi:type="dcterms:W3CDTF">2018-08-26T11:41:49Z</dcterms:modified>
</cp:coreProperties>
</file>